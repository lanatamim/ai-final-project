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2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82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abae44d4d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0" name="Google Shape;230;g3abae44d4d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abae44d4d0_0_7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abae44d4d0_0_7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abae44d4d0_0_11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3abae44d4d0_0_11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abb1b7cc23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3" name="Google Shape;253;g3abb1b7cc23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abae44d4d0_0_114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3abae44d4d0_0_114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3abae44d4d0_0_11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3abae44d4d0_0_11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abae44d4d0_0_16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3abae44d4d0_0_16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abae44d4d0_0_17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abae44d4d0_0_17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g3abae44d4d0_0_17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5" name="Google Shape;285;g3abae44d4d0_0_17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abae44d4d0_0_17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abae44d4d0_0_17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abae44d4d0_0_176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abae44d4d0_0_176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abae44d4d0_0_3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3abae44d4d0_0_3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25"/>
            <a:ext cx="4572000" cy="5143500"/>
          </a:xfrm>
          <a:prstGeom prst="rect">
            <a:avLst/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>
                <a:solidFill>
                  <a:schemeClr val="dk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>
                <a:solidFill>
                  <a:schemeClr val="dk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>
                <a:solidFill>
                  <a:schemeClr val="dk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with header and footer">
  <p:cSld name="TITLE_1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idx="1" type="body"/>
          </p:nvPr>
        </p:nvSpPr>
        <p:spPr>
          <a:xfrm>
            <a:off x="228600" y="2856025"/>
            <a:ext cx="1889400" cy="67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2" type="body"/>
          </p:nvPr>
        </p:nvSpPr>
        <p:spPr>
          <a:xfrm>
            <a:off x="228600" y="168075"/>
            <a:ext cx="1889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" name="Google Shape;54;p13"/>
          <p:cNvSpPr txBox="1"/>
          <p:nvPr>
            <p:ph idx="3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5" name="Google Shape;55;p13"/>
          <p:cNvSpPr txBox="1"/>
          <p:nvPr>
            <p:ph type="title"/>
          </p:nvPr>
        </p:nvSpPr>
        <p:spPr>
          <a:xfrm>
            <a:off x="228600" y="1909750"/>
            <a:ext cx="6232800" cy="946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/>
        </p:txBody>
      </p:sp>
      <p:sp>
        <p:nvSpPr>
          <p:cNvPr id="56" name="Google Shape;56;p13"/>
          <p:cNvSpPr txBox="1"/>
          <p:nvPr>
            <p:ph idx="4" type="body"/>
          </p:nvPr>
        </p:nvSpPr>
        <p:spPr>
          <a:xfrm>
            <a:off x="2400300" y="2856025"/>
            <a:ext cx="1889400" cy="67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7" name="Google Shape;57;p13"/>
          <p:cNvSpPr txBox="1"/>
          <p:nvPr>
            <p:ph idx="5" type="body"/>
          </p:nvPr>
        </p:nvSpPr>
        <p:spPr>
          <a:xfrm>
            <a:off x="2400300" y="168075"/>
            <a:ext cx="1889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8" name="Google Shape;58;p13"/>
          <p:cNvSpPr txBox="1"/>
          <p:nvPr>
            <p:ph idx="6" type="body"/>
          </p:nvPr>
        </p:nvSpPr>
        <p:spPr>
          <a:xfrm>
            <a:off x="4572000" y="168075"/>
            <a:ext cx="1889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59" name="Google Shape;59;p13"/>
          <p:cNvSpPr txBox="1"/>
          <p:nvPr>
            <p:ph idx="7" type="body"/>
          </p:nvPr>
        </p:nvSpPr>
        <p:spPr>
          <a:xfrm>
            <a:off x="6743700" y="168075"/>
            <a:ext cx="1889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cxnSp>
        <p:nvCxnSpPr>
          <p:cNvPr id="60" name="Google Shape;60;p13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  <p15:guide id="3" pos="144">
          <p15:clr>
            <a:srgbClr val="E46962"/>
          </p15:clr>
        </p15:guide>
        <p15:guide id="4" pos="1512">
          <p15:clr>
            <a:srgbClr val="E46962"/>
          </p15:clr>
        </p15:guide>
        <p15:guide id="5" pos="4248">
          <p15:clr>
            <a:srgbClr val="E46962"/>
          </p15:clr>
        </p15:guide>
        <p15:guide id="6" pos="5616">
          <p15:clr>
            <a:srgbClr val="E46962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ndex">
  <p:cSld name="SECTION_HEADER_1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3" name="Google Shape;63;p14"/>
          <p:cNvSpPr txBox="1"/>
          <p:nvPr>
            <p:ph idx="1" type="subTitle"/>
          </p:nvPr>
        </p:nvSpPr>
        <p:spPr>
          <a:xfrm>
            <a:off x="228600" y="167750"/>
            <a:ext cx="5257800" cy="310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9pPr>
          </a:lstStyle>
          <a:p/>
        </p:txBody>
      </p:sp>
      <p:sp>
        <p:nvSpPr>
          <p:cNvPr id="64" name="Google Shape;64;p14"/>
          <p:cNvSpPr txBox="1"/>
          <p:nvPr>
            <p:ph idx="2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cxnSp>
        <p:nvCxnSpPr>
          <p:cNvPr id="65" name="Google Shape;65;p14"/>
          <p:cNvCxnSpPr/>
          <p:nvPr/>
        </p:nvCxnSpPr>
        <p:spPr>
          <a:xfrm>
            <a:off x="228600" y="478125"/>
            <a:ext cx="8686800" cy="0"/>
          </a:xfrm>
          <a:prstGeom prst="straightConnector1">
            <a:avLst/>
          </a:prstGeom>
          <a:noFill/>
          <a:ln cap="flat" cmpd="sng" w="9525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66" name="Google Shape;66;p14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extLst>
    <p:ext uri="{DCECCB84-F9BA-43D5-87BE-67443E8EF086}">
      <p15:sldGuideLst>
        <p15:guide id="1" pos="3456">
          <p15:clr>
            <a:srgbClr val="E46962"/>
          </p15:clr>
        </p15:guide>
        <p15:guide id="2" pos="4752">
          <p15:clr>
            <a:srgbClr val="E46962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TITLE_ONLY_1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5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9" name="Google Shape;69;p15"/>
          <p:cNvSpPr txBox="1"/>
          <p:nvPr>
            <p:ph type="title"/>
          </p:nvPr>
        </p:nvSpPr>
        <p:spPr>
          <a:xfrm>
            <a:off x="229450" y="164350"/>
            <a:ext cx="8686800" cy="3383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70" name="Google Shape;70;p15"/>
          <p:cNvSpPr txBox="1"/>
          <p:nvPr>
            <p:ph idx="1" type="body"/>
          </p:nvPr>
        </p:nvSpPr>
        <p:spPr>
          <a:xfrm>
            <a:off x="228600" y="3868750"/>
            <a:ext cx="1889400" cy="64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1" name="Google Shape;71;p15"/>
          <p:cNvSpPr txBox="1"/>
          <p:nvPr>
            <p:ph idx="2" type="body"/>
          </p:nvPr>
        </p:nvSpPr>
        <p:spPr>
          <a:xfrm>
            <a:off x="2400300" y="3868750"/>
            <a:ext cx="1889400" cy="64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2" name="Google Shape;72;p15"/>
          <p:cNvSpPr txBox="1"/>
          <p:nvPr>
            <p:ph idx="3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3" name="Google Shape;73;p15"/>
          <p:cNvSpPr txBox="1"/>
          <p:nvPr>
            <p:ph idx="4" type="body"/>
          </p:nvPr>
        </p:nvSpPr>
        <p:spPr>
          <a:xfrm>
            <a:off x="6743700" y="3868750"/>
            <a:ext cx="1889400" cy="64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74" name="Google Shape;74;p15"/>
          <p:cNvSpPr txBox="1"/>
          <p:nvPr>
            <p:ph idx="5" type="body"/>
          </p:nvPr>
        </p:nvSpPr>
        <p:spPr>
          <a:xfrm>
            <a:off x="4572000" y="3868750"/>
            <a:ext cx="1889400" cy="64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cxnSp>
        <p:nvCxnSpPr>
          <p:cNvPr id="75" name="Google Shape;75;p15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 with footer">
  <p:cSld name="CUSTOM">
    <p:bg>
      <p:bgPr>
        <a:solidFill>
          <a:schemeClr val="dk1"/>
        </a:solid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16"/>
          <p:cNvSpPr txBox="1"/>
          <p:nvPr>
            <p:ph type="title"/>
          </p:nvPr>
        </p:nvSpPr>
        <p:spPr>
          <a:xfrm>
            <a:off x="225750" y="369625"/>
            <a:ext cx="8692500" cy="4314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8" name="Google Shape;78;p16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9" name="Google Shape;79;p16"/>
          <p:cNvSpPr txBox="1"/>
          <p:nvPr>
            <p:ph idx="1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80" name="Google Shape;80;p16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V">
  <p:cSld name="CUSTOM_5"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7"/>
          <p:cNvSpPr txBox="1"/>
          <p:nvPr>
            <p:ph idx="1" type="body"/>
          </p:nvPr>
        </p:nvSpPr>
        <p:spPr>
          <a:xfrm>
            <a:off x="2400300" y="2448075"/>
            <a:ext cx="1889400" cy="202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3" name="Google Shape;83;p17"/>
          <p:cNvSpPr txBox="1"/>
          <p:nvPr>
            <p:ph idx="2" type="body"/>
          </p:nvPr>
        </p:nvSpPr>
        <p:spPr>
          <a:xfrm>
            <a:off x="228600" y="2448075"/>
            <a:ext cx="1889400" cy="202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4" name="Google Shape;84;p17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85" name="Google Shape;85;p17"/>
          <p:cNvSpPr txBox="1"/>
          <p:nvPr>
            <p:ph type="title"/>
          </p:nvPr>
        </p:nvSpPr>
        <p:spPr>
          <a:xfrm>
            <a:off x="229450" y="332175"/>
            <a:ext cx="8686800" cy="87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/>
        </p:txBody>
      </p:sp>
      <p:sp>
        <p:nvSpPr>
          <p:cNvPr id="86" name="Google Shape;86;p17"/>
          <p:cNvSpPr txBox="1"/>
          <p:nvPr>
            <p:ph idx="3" type="body"/>
          </p:nvPr>
        </p:nvSpPr>
        <p:spPr>
          <a:xfrm>
            <a:off x="4572000" y="2448075"/>
            <a:ext cx="1889400" cy="202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7" name="Google Shape;87;p17"/>
          <p:cNvSpPr txBox="1"/>
          <p:nvPr>
            <p:ph idx="4" type="body"/>
          </p:nvPr>
        </p:nvSpPr>
        <p:spPr>
          <a:xfrm>
            <a:off x="6743700" y="2448075"/>
            <a:ext cx="1889400" cy="202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88" name="Google Shape;88;p17"/>
          <p:cNvSpPr txBox="1"/>
          <p:nvPr>
            <p:ph idx="5" type="subTitle"/>
          </p:nvPr>
        </p:nvSpPr>
        <p:spPr>
          <a:xfrm>
            <a:off x="4572000" y="1585625"/>
            <a:ext cx="4061100" cy="64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7"/>
          <p:cNvSpPr txBox="1"/>
          <p:nvPr>
            <p:ph idx="6" type="subTitle"/>
          </p:nvPr>
        </p:nvSpPr>
        <p:spPr>
          <a:xfrm>
            <a:off x="228600" y="1585625"/>
            <a:ext cx="4061100" cy="64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7"/>
          <p:cNvSpPr txBox="1"/>
          <p:nvPr>
            <p:ph idx="7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cxnSp>
        <p:nvCxnSpPr>
          <p:cNvPr id="91" name="Google Shape;91;p17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 with footer">
  <p:cSld name="ONE_COLUMN_TEXT_1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8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94" name="Google Shape;94;p18"/>
          <p:cNvSpPr txBox="1"/>
          <p:nvPr>
            <p:ph type="title"/>
          </p:nvPr>
        </p:nvSpPr>
        <p:spPr>
          <a:xfrm>
            <a:off x="228600" y="2236650"/>
            <a:ext cx="3551400" cy="670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/>
        </p:txBody>
      </p:sp>
      <p:sp>
        <p:nvSpPr>
          <p:cNvPr id="95" name="Google Shape;95;p18"/>
          <p:cNvSpPr txBox="1"/>
          <p:nvPr>
            <p:ph idx="1" type="subTitle"/>
          </p:nvPr>
        </p:nvSpPr>
        <p:spPr>
          <a:xfrm>
            <a:off x="4572000" y="1004700"/>
            <a:ext cx="4343400" cy="313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8"/>
          <p:cNvSpPr txBox="1"/>
          <p:nvPr>
            <p:ph idx="2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cxnSp>
        <p:nvCxnSpPr>
          <p:cNvPr id="97" name="Google Shape;97;p18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image boards">
  <p:cSld name="CUSTOM_1"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9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0" name="Google Shape;100;p19"/>
          <p:cNvSpPr txBox="1"/>
          <p:nvPr>
            <p:ph idx="1" type="subTitle"/>
          </p:nvPr>
        </p:nvSpPr>
        <p:spPr>
          <a:xfrm>
            <a:off x="228600" y="164350"/>
            <a:ext cx="3514200" cy="42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19"/>
          <p:cNvSpPr/>
          <p:nvPr>
            <p:ph idx="2" type="pic"/>
          </p:nvPr>
        </p:nvSpPr>
        <p:spPr>
          <a:xfrm>
            <a:off x="228600" y="1870200"/>
            <a:ext cx="2024400" cy="2314200"/>
          </a:xfrm>
          <a:prstGeom prst="rect">
            <a:avLst/>
          </a:prstGeom>
          <a:noFill/>
          <a:ln>
            <a:noFill/>
          </a:ln>
        </p:spPr>
      </p:sp>
      <p:sp>
        <p:nvSpPr>
          <p:cNvPr id="102" name="Google Shape;102;p19"/>
          <p:cNvSpPr/>
          <p:nvPr>
            <p:ph idx="3" type="pic"/>
          </p:nvPr>
        </p:nvSpPr>
        <p:spPr>
          <a:xfrm>
            <a:off x="3864875" y="1870200"/>
            <a:ext cx="3561900" cy="2314200"/>
          </a:xfrm>
          <a:prstGeom prst="rect">
            <a:avLst/>
          </a:prstGeom>
          <a:noFill/>
          <a:ln>
            <a:noFill/>
          </a:ln>
        </p:spPr>
      </p:sp>
      <p:sp>
        <p:nvSpPr>
          <p:cNvPr id="103" name="Google Shape;103;p19"/>
          <p:cNvSpPr/>
          <p:nvPr>
            <p:ph idx="4" type="pic"/>
          </p:nvPr>
        </p:nvSpPr>
        <p:spPr>
          <a:xfrm>
            <a:off x="7547700" y="1870200"/>
            <a:ext cx="1367700" cy="2314200"/>
          </a:xfrm>
          <a:prstGeom prst="rect">
            <a:avLst/>
          </a:prstGeom>
          <a:noFill/>
          <a:ln>
            <a:noFill/>
          </a:ln>
        </p:spPr>
      </p:sp>
      <p:sp>
        <p:nvSpPr>
          <p:cNvPr id="104" name="Google Shape;104;p19"/>
          <p:cNvSpPr/>
          <p:nvPr>
            <p:ph idx="5" type="pic"/>
          </p:nvPr>
        </p:nvSpPr>
        <p:spPr>
          <a:xfrm>
            <a:off x="2375088" y="1870200"/>
            <a:ext cx="1367700" cy="2314200"/>
          </a:xfrm>
          <a:prstGeom prst="rect">
            <a:avLst/>
          </a:prstGeom>
          <a:noFill/>
          <a:ln>
            <a:noFill/>
          </a:ln>
        </p:spPr>
      </p:sp>
      <p:sp>
        <p:nvSpPr>
          <p:cNvPr id="105" name="Google Shape;105;p19"/>
          <p:cNvSpPr txBox="1"/>
          <p:nvPr>
            <p:ph idx="6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06" name="Google Shape;106;p19"/>
          <p:cNvSpPr txBox="1"/>
          <p:nvPr>
            <p:ph idx="7" type="body"/>
          </p:nvPr>
        </p:nvSpPr>
        <p:spPr>
          <a:xfrm>
            <a:off x="228600" y="593650"/>
            <a:ext cx="3514200" cy="89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cxnSp>
        <p:nvCxnSpPr>
          <p:cNvPr id="107" name="Google Shape;107;p19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image boards">
  <p:cSld name="CUSTOM_1_1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0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0" name="Google Shape;110;p20"/>
          <p:cNvSpPr txBox="1"/>
          <p:nvPr>
            <p:ph idx="1" type="subTitle"/>
          </p:nvPr>
        </p:nvSpPr>
        <p:spPr>
          <a:xfrm>
            <a:off x="228600" y="164350"/>
            <a:ext cx="3514200" cy="42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1" name="Google Shape;111;p20"/>
          <p:cNvSpPr/>
          <p:nvPr>
            <p:ph idx="2" type="pic"/>
          </p:nvPr>
        </p:nvSpPr>
        <p:spPr>
          <a:xfrm>
            <a:off x="228600" y="1617150"/>
            <a:ext cx="2820300" cy="2820300"/>
          </a:xfrm>
          <a:prstGeom prst="rect">
            <a:avLst/>
          </a:prstGeom>
          <a:noFill/>
          <a:ln>
            <a:noFill/>
          </a:ln>
        </p:spPr>
      </p:sp>
      <p:sp>
        <p:nvSpPr>
          <p:cNvPr id="112" name="Google Shape;112;p20"/>
          <p:cNvSpPr/>
          <p:nvPr>
            <p:ph idx="3" type="pic"/>
          </p:nvPr>
        </p:nvSpPr>
        <p:spPr>
          <a:xfrm>
            <a:off x="3161800" y="1617150"/>
            <a:ext cx="2820300" cy="2820300"/>
          </a:xfrm>
          <a:prstGeom prst="rect">
            <a:avLst/>
          </a:prstGeom>
          <a:noFill/>
          <a:ln>
            <a:noFill/>
          </a:ln>
        </p:spPr>
      </p:sp>
      <p:sp>
        <p:nvSpPr>
          <p:cNvPr id="113" name="Google Shape;113;p20"/>
          <p:cNvSpPr/>
          <p:nvPr>
            <p:ph idx="4" type="pic"/>
          </p:nvPr>
        </p:nvSpPr>
        <p:spPr>
          <a:xfrm>
            <a:off x="6095000" y="1617150"/>
            <a:ext cx="2820300" cy="2820300"/>
          </a:xfrm>
          <a:prstGeom prst="rect">
            <a:avLst/>
          </a:prstGeom>
          <a:noFill/>
          <a:ln>
            <a:noFill/>
          </a:ln>
        </p:spPr>
      </p:sp>
      <p:sp>
        <p:nvSpPr>
          <p:cNvPr id="114" name="Google Shape;114;p20"/>
          <p:cNvSpPr txBox="1"/>
          <p:nvPr>
            <p:ph idx="5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15" name="Google Shape;115;p20"/>
          <p:cNvSpPr txBox="1"/>
          <p:nvPr>
            <p:ph idx="6" type="body"/>
          </p:nvPr>
        </p:nvSpPr>
        <p:spPr>
          <a:xfrm>
            <a:off x="228600" y="593650"/>
            <a:ext cx="3514200" cy="89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cxnSp>
        <p:nvCxnSpPr>
          <p:cNvPr id="116" name="Google Shape;116;p20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image boards">
  <p:cSld name="CUSTOM_1_1_1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1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9" name="Google Shape;119;p21"/>
          <p:cNvSpPr txBox="1"/>
          <p:nvPr>
            <p:ph idx="1" type="subTitle"/>
          </p:nvPr>
        </p:nvSpPr>
        <p:spPr>
          <a:xfrm>
            <a:off x="228600" y="164350"/>
            <a:ext cx="3514200" cy="42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21"/>
          <p:cNvSpPr/>
          <p:nvPr>
            <p:ph idx="2" type="pic"/>
          </p:nvPr>
        </p:nvSpPr>
        <p:spPr>
          <a:xfrm>
            <a:off x="4633050" y="1617150"/>
            <a:ext cx="4282500" cy="2820300"/>
          </a:xfrm>
          <a:prstGeom prst="rect">
            <a:avLst/>
          </a:prstGeom>
          <a:noFill/>
          <a:ln>
            <a:noFill/>
          </a:ln>
        </p:spPr>
      </p:sp>
      <p:sp>
        <p:nvSpPr>
          <p:cNvPr id="121" name="Google Shape;121;p21"/>
          <p:cNvSpPr/>
          <p:nvPr>
            <p:ph idx="3" type="pic"/>
          </p:nvPr>
        </p:nvSpPr>
        <p:spPr>
          <a:xfrm>
            <a:off x="228600" y="1617150"/>
            <a:ext cx="4282500" cy="2820300"/>
          </a:xfrm>
          <a:prstGeom prst="rect">
            <a:avLst/>
          </a:prstGeom>
          <a:noFill/>
          <a:ln>
            <a:noFill/>
          </a:ln>
        </p:spPr>
      </p:sp>
      <p:sp>
        <p:nvSpPr>
          <p:cNvPr id="122" name="Google Shape;122;p21"/>
          <p:cNvSpPr txBox="1"/>
          <p:nvPr>
            <p:ph idx="4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23" name="Google Shape;123;p21"/>
          <p:cNvSpPr txBox="1"/>
          <p:nvPr>
            <p:ph idx="5" type="body"/>
          </p:nvPr>
        </p:nvSpPr>
        <p:spPr>
          <a:xfrm>
            <a:off x="228600" y="593650"/>
            <a:ext cx="3514200" cy="89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cxnSp>
        <p:nvCxnSpPr>
          <p:cNvPr id="124" name="Google Shape;124;p21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image boards vertical">
  <p:cSld name="CUSTOM_1_1_1_1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/>
          <p:nvPr>
            <p:ph idx="2" type="pic"/>
          </p:nvPr>
        </p:nvSpPr>
        <p:spPr>
          <a:xfrm>
            <a:off x="3161800" y="164350"/>
            <a:ext cx="2820300" cy="4304700"/>
          </a:xfrm>
          <a:prstGeom prst="rect">
            <a:avLst/>
          </a:prstGeom>
          <a:noFill/>
          <a:ln>
            <a:noFill/>
          </a:ln>
        </p:spPr>
      </p:sp>
      <p:sp>
        <p:nvSpPr>
          <p:cNvPr id="127" name="Google Shape;127;p22"/>
          <p:cNvSpPr/>
          <p:nvPr>
            <p:ph idx="3" type="pic"/>
          </p:nvPr>
        </p:nvSpPr>
        <p:spPr>
          <a:xfrm>
            <a:off x="6095100" y="164350"/>
            <a:ext cx="2820300" cy="4304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2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9" name="Google Shape;129;p22"/>
          <p:cNvSpPr txBox="1"/>
          <p:nvPr>
            <p:ph idx="1" type="subTitle"/>
          </p:nvPr>
        </p:nvSpPr>
        <p:spPr>
          <a:xfrm>
            <a:off x="228600" y="164350"/>
            <a:ext cx="2820300" cy="42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22"/>
          <p:cNvSpPr txBox="1"/>
          <p:nvPr>
            <p:ph idx="4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1" name="Google Shape;131;p22"/>
          <p:cNvSpPr txBox="1"/>
          <p:nvPr>
            <p:ph idx="5" type="body"/>
          </p:nvPr>
        </p:nvSpPr>
        <p:spPr>
          <a:xfrm>
            <a:off x="228600" y="593650"/>
            <a:ext cx="2171400" cy="89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cxnSp>
        <p:nvCxnSpPr>
          <p:cNvPr id="132" name="Google Shape;132;p22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square image board">
  <p:cSld name="CUSTOM_1_1_1_1_1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3"/>
          <p:cNvSpPr/>
          <p:nvPr>
            <p:ph idx="2" type="pic"/>
          </p:nvPr>
        </p:nvSpPr>
        <p:spPr>
          <a:xfrm>
            <a:off x="4569950" y="164350"/>
            <a:ext cx="4343100" cy="43047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3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36" name="Google Shape;136;p23"/>
          <p:cNvSpPr txBox="1"/>
          <p:nvPr>
            <p:ph idx="1" type="subTitle"/>
          </p:nvPr>
        </p:nvSpPr>
        <p:spPr>
          <a:xfrm>
            <a:off x="228600" y="164350"/>
            <a:ext cx="2820300" cy="42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7" name="Google Shape;137;p23"/>
          <p:cNvSpPr txBox="1"/>
          <p:nvPr>
            <p:ph idx="3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38" name="Google Shape;138;p23"/>
          <p:cNvSpPr txBox="1"/>
          <p:nvPr>
            <p:ph idx="4" type="body"/>
          </p:nvPr>
        </p:nvSpPr>
        <p:spPr>
          <a:xfrm>
            <a:off x="228600" y="593650"/>
            <a:ext cx="2171400" cy="892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cxnSp>
        <p:nvCxnSpPr>
          <p:cNvPr id="139" name="Google Shape;139;p23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landscape image board">
  <p:cSld name="CUSTOM_1_1_1_1_1_1"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24"/>
          <p:cNvSpPr/>
          <p:nvPr>
            <p:ph idx="2" type="pic"/>
          </p:nvPr>
        </p:nvSpPr>
        <p:spPr>
          <a:xfrm>
            <a:off x="3161800" y="164350"/>
            <a:ext cx="5751300" cy="4304700"/>
          </a:xfrm>
          <a:prstGeom prst="rect">
            <a:avLst/>
          </a:prstGeom>
          <a:noFill/>
          <a:ln>
            <a:noFill/>
          </a:ln>
        </p:spPr>
      </p:sp>
      <p:sp>
        <p:nvSpPr>
          <p:cNvPr id="142" name="Google Shape;142;p24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228600" y="3290275"/>
            <a:ext cx="2820300" cy="42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4" name="Google Shape;144;p24"/>
          <p:cNvSpPr txBox="1"/>
          <p:nvPr>
            <p:ph idx="3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45" name="Google Shape;145;p24"/>
          <p:cNvSpPr txBox="1"/>
          <p:nvPr>
            <p:ph idx="4" type="body"/>
          </p:nvPr>
        </p:nvSpPr>
        <p:spPr>
          <a:xfrm>
            <a:off x="228600" y="3719575"/>
            <a:ext cx="2171400" cy="74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cxnSp>
        <p:nvCxnSpPr>
          <p:cNvPr id="146" name="Google Shape;146;p24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 with footer">
  <p:cSld name="CUSTOM_1_1_1_1_1_1_1"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5"/>
          <p:cNvSpPr/>
          <p:nvPr>
            <p:ph idx="2" type="pic"/>
          </p:nvPr>
        </p:nvSpPr>
        <p:spPr>
          <a:xfrm>
            <a:off x="228600" y="164350"/>
            <a:ext cx="8684400" cy="4304700"/>
          </a:xfrm>
          <a:prstGeom prst="rect">
            <a:avLst/>
          </a:prstGeom>
          <a:noFill/>
          <a:ln>
            <a:noFill/>
          </a:ln>
        </p:spPr>
      </p:sp>
      <p:sp>
        <p:nvSpPr>
          <p:cNvPr id="149" name="Google Shape;149;p25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0" name="Google Shape;150;p25"/>
          <p:cNvSpPr txBox="1"/>
          <p:nvPr>
            <p:ph idx="1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cxnSp>
        <p:nvCxnSpPr>
          <p:cNvPr id="151" name="Google Shape;151;p25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with footer">
  <p:cSld name="TITLE_AND_TWO_COLUMNS_1"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6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54" name="Google Shape;154;p26"/>
          <p:cNvSpPr txBox="1"/>
          <p:nvPr>
            <p:ph type="title"/>
          </p:nvPr>
        </p:nvSpPr>
        <p:spPr>
          <a:xfrm>
            <a:off x="229450" y="164350"/>
            <a:ext cx="8686800" cy="87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5" name="Google Shape;155;p26"/>
          <p:cNvSpPr txBox="1"/>
          <p:nvPr>
            <p:ph idx="1" type="body"/>
          </p:nvPr>
        </p:nvSpPr>
        <p:spPr>
          <a:xfrm>
            <a:off x="229450" y="3455951"/>
            <a:ext cx="2834100" cy="105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56" name="Google Shape;156;p26"/>
          <p:cNvSpPr txBox="1"/>
          <p:nvPr>
            <p:ph idx="2" type="subTitle"/>
          </p:nvPr>
        </p:nvSpPr>
        <p:spPr>
          <a:xfrm>
            <a:off x="229450" y="3127850"/>
            <a:ext cx="28341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9pPr>
          </a:lstStyle>
          <a:p/>
        </p:txBody>
      </p:sp>
      <p:sp>
        <p:nvSpPr>
          <p:cNvPr id="157" name="Google Shape;157;p26"/>
          <p:cNvSpPr txBox="1"/>
          <p:nvPr>
            <p:ph idx="3" type="body"/>
          </p:nvPr>
        </p:nvSpPr>
        <p:spPr>
          <a:xfrm>
            <a:off x="3155800" y="3455951"/>
            <a:ext cx="2834100" cy="105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58" name="Google Shape;158;p26"/>
          <p:cNvSpPr txBox="1"/>
          <p:nvPr>
            <p:ph idx="4" type="subTitle"/>
          </p:nvPr>
        </p:nvSpPr>
        <p:spPr>
          <a:xfrm>
            <a:off x="3155800" y="3127850"/>
            <a:ext cx="28341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9pPr>
          </a:lstStyle>
          <a:p/>
        </p:txBody>
      </p:sp>
      <p:sp>
        <p:nvSpPr>
          <p:cNvPr id="159" name="Google Shape;159;p26"/>
          <p:cNvSpPr txBox="1"/>
          <p:nvPr>
            <p:ph idx="5" type="body"/>
          </p:nvPr>
        </p:nvSpPr>
        <p:spPr>
          <a:xfrm>
            <a:off x="6082150" y="3455951"/>
            <a:ext cx="2834100" cy="1054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0" name="Google Shape;160;p26"/>
          <p:cNvSpPr txBox="1"/>
          <p:nvPr>
            <p:ph idx="6" type="subTitle"/>
          </p:nvPr>
        </p:nvSpPr>
        <p:spPr>
          <a:xfrm>
            <a:off x="6082150" y="3127850"/>
            <a:ext cx="28341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9pPr>
          </a:lstStyle>
          <a:p/>
        </p:txBody>
      </p:sp>
      <p:sp>
        <p:nvSpPr>
          <p:cNvPr id="161" name="Google Shape;161;p26"/>
          <p:cNvSpPr txBox="1"/>
          <p:nvPr>
            <p:ph idx="7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cxnSp>
        <p:nvCxnSpPr>
          <p:cNvPr id="162" name="Google Shape;162;p26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Rate sheet">
  <p:cSld name="TITLE_AND_BODY_1"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7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5" name="Google Shape;165;p27"/>
          <p:cNvSpPr txBox="1"/>
          <p:nvPr>
            <p:ph type="title"/>
          </p:nvPr>
        </p:nvSpPr>
        <p:spPr>
          <a:xfrm>
            <a:off x="229450" y="164350"/>
            <a:ext cx="8686800" cy="48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66" name="Google Shape;166;p27"/>
          <p:cNvSpPr txBox="1"/>
          <p:nvPr>
            <p:ph idx="1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67" name="Google Shape;167;p27"/>
          <p:cNvSpPr txBox="1"/>
          <p:nvPr>
            <p:ph idx="2" type="subTitle"/>
          </p:nvPr>
        </p:nvSpPr>
        <p:spPr>
          <a:xfrm>
            <a:off x="228600" y="1213525"/>
            <a:ext cx="27282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9pPr>
          </a:lstStyle>
          <a:p/>
        </p:txBody>
      </p:sp>
      <p:sp>
        <p:nvSpPr>
          <p:cNvPr id="168" name="Google Shape;168;p27"/>
          <p:cNvSpPr txBox="1"/>
          <p:nvPr>
            <p:ph idx="3" type="subTitle"/>
          </p:nvPr>
        </p:nvSpPr>
        <p:spPr>
          <a:xfrm>
            <a:off x="3207900" y="1213525"/>
            <a:ext cx="27282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9pPr>
          </a:lstStyle>
          <a:p/>
        </p:txBody>
      </p:sp>
      <p:sp>
        <p:nvSpPr>
          <p:cNvPr id="169" name="Google Shape;169;p27"/>
          <p:cNvSpPr txBox="1"/>
          <p:nvPr>
            <p:ph idx="4" type="subTitle"/>
          </p:nvPr>
        </p:nvSpPr>
        <p:spPr>
          <a:xfrm>
            <a:off x="6187200" y="1213525"/>
            <a:ext cx="27282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b="1" sz="900"/>
            </a:lvl9pPr>
          </a:lstStyle>
          <a:p/>
        </p:txBody>
      </p:sp>
      <p:cxnSp>
        <p:nvCxnSpPr>
          <p:cNvPr id="170" name="Google Shape;170;p27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ody text">
  <p:cSld name="CUSTOM_3"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8"/>
          <p:cNvSpPr txBox="1"/>
          <p:nvPr>
            <p:ph idx="1" type="body"/>
          </p:nvPr>
        </p:nvSpPr>
        <p:spPr>
          <a:xfrm>
            <a:off x="5095525" y="922175"/>
            <a:ext cx="3440100" cy="1254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73" name="Google Shape;173;p28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74" name="Google Shape;174;p28"/>
          <p:cNvSpPr txBox="1"/>
          <p:nvPr>
            <p:ph idx="2" type="body"/>
          </p:nvPr>
        </p:nvSpPr>
        <p:spPr>
          <a:xfrm>
            <a:off x="5095525" y="2801100"/>
            <a:ext cx="3440100" cy="813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75" name="Google Shape;175;p28"/>
          <p:cNvSpPr txBox="1"/>
          <p:nvPr>
            <p:ph idx="3" type="body"/>
          </p:nvPr>
        </p:nvSpPr>
        <p:spPr>
          <a:xfrm>
            <a:off x="5095525" y="4013575"/>
            <a:ext cx="3440100" cy="537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76" name="Google Shape;176;p28"/>
          <p:cNvSpPr txBox="1"/>
          <p:nvPr>
            <p:ph idx="4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cxnSp>
        <p:nvCxnSpPr>
          <p:cNvPr id="177" name="Google Shape;177;p28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1">
  <p:cSld name="CUSTOM_6">
    <p:bg>
      <p:bgPr>
        <a:solidFill>
          <a:schemeClr val="dk1"/>
        </a:solid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9"/>
          <p:cNvSpPr txBox="1"/>
          <p:nvPr>
            <p:ph type="title"/>
          </p:nvPr>
        </p:nvSpPr>
        <p:spPr>
          <a:xfrm>
            <a:off x="225750" y="1212350"/>
            <a:ext cx="8692500" cy="3472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80" name="Google Shape;180;p29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1" name="Google Shape;181;p29"/>
          <p:cNvSpPr txBox="1"/>
          <p:nvPr>
            <p:ph idx="1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cxnSp>
        <p:nvCxnSpPr>
          <p:cNvPr id="182" name="Google Shape;182;p29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183" name="Google Shape;183;p29"/>
          <p:cNvCxnSpPr/>
          <p:nvPr/>
        </p:nvCxnSpPr>
        <p:spPr>
          <a:xfrm flipH="1" rot="10800000">
            <a:off x="225750" y="12123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subtitle and image">
  <p:cSld name="CUSTOM_2"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0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6" name="Google Shape;186;p30"/>
          <p:cNvSpPr/>
          <p:nvPr>
            <p:ph idx="2" type="pic"/>
          </p:nvPr>
        </p:nvSpPr>
        <p:spPr>
          <a:xfrm>
            <a:off x="228600" y="164350"/>
            <a:ext cx="5751300" cy="4304700"/>
          </a:xfrm>
          <a:prstGeom prst="rect">
            <a:avLst/>
          </a:prstGeom>
          <a:noFill/>
          <a:ln>
            <a:noFill/>
          </a:ln>
        </p:spPr>
      </p:sp>
      <p:sp>
        <p:nvSpPr>
          <p:cNvPr id="187" name="Google Shape;187;p30"/>
          <p:cNvSpPr txBox="1"/>
          <p:nvPr>
            <p:ph type="title"/>
          </p:nvPr>
        </p:nvSpPr>
        <p:spPr>
          <a:xfrm>
            <a:off x="6095100" y="321875"/>
            <a:ext cx="2820300" cy="152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8" name="Google Shape;188;p30"/>
          <p:cNvSpPr txBox="1"/>
          <p:nvPr>
            <p:ph idx="1" type="subTitle"/>
          </p:nvPr>
        </p:nvSpPr>
        <p:spPr>
          <a:xfrm>
            <a:off x="6095100" y="1842575"/>
            <a:ext cx="2820300" cy="2626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30"/>
          <p:cNvSpPr txBox="1"/>
          <p:nvPr>
            <p:ph idx="3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cxnSp>
        <p:nvCxnSpPr>
          <p:cNvPr id="190" name="Google Shape;190;p30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column text">
  <p:cSld name="TITLE_ONLY_1_1"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1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3" name="Google Shape;193;p31"/>
          <p:cNvSpPr txBox="1"/>
          <p:nvPr>
            <p:ph idx="1" type="body"/>
          </p:nvPr>
        </p:nvSpPr>
        <p:spPr>
          <a:xfrm>
            <a:off x="370100" y="3868750"/>
            <a:ext cx="1889400" cy="64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4" name="Google Shape;194;p31"/>
          <p:cNvSpPr txBox="1"/>
          <p:nvPr>
            <p:ph idx="2" type="body"/>
          </p:nvPr>
        </p:nvSpPr>
        <p:spPr>
          <a:xfrm>
            <a:off x="2541453" y="3868750"/>
            <a:ext cx="1889400" cy="64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5" name="Google Shape;195;p31"/>
          <p:cNvSpPr txBox="1"/>
          <p:nvPr>
            <p:ph idx="3" type="body"/>
          </p:nvPr>
        </p:nvSpPr>
        <p:spPr>
          <a:xfrm>
            <a:off x="4713154" y="3868750"/>
            <a:ext cx="1889400" cy="64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6" name="Google Shape;196;p31"/>
          <p:cNvSpPr txBox="1"/>
          <p:nvPr>
            <p:ph idx="4" type="body"/>
          </p:nvPr>
        </p:nvSpPr>
        <p:spPr>
          <a:xfrm>
            <a:off x="6884852" y="3868750"/>
            <a:ext cx="1889400" cy="641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7" name="Google Shape;197;p31"/>
          <p:cNvSpPr txBox="1"/>
          <p:nvPr>
            <p:ph idx="5" type="subTitle"/>
          </p:nvPr>
        </p:nvSpPr>
        <p:spPr>
          <a:xfrm>
            <a:off x="370100" y="495319"/>
            <a:ext cx="1889400" cy="109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31"/>
          <p:cNvSpPr txBox="1"/>
          <p:nvPr>
            <p:ph idx="6" type="subTitle"/>
          </p:nvPr>
        </p:nvSpPr>
        <p:spPr>
          <a:xfrm>
            <a:off x="2541450" y="495319"/>
            <a:ext cx="1889400" cy="109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9" name="Google Shape;199;p31"/>
          <p:cNvSpPr txBox="1"/>
          <p:nvPr>
            <p:ph idx="7" type="subTitle"/>
          </p:nvPr>
        </p:nvSpPr>
        <p:spPr>
          <a:xfrm>
            <a:off x="4712800" y="495319"/>
            <a:ext cx="1889400" cy="109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0" name="Google Shape;200;p31"/>
          <p:cNvSpPr txBox="1"/>
          <p:nvPr>
            <p:ph idx="8" type="subTitle"/>
          </p:nvPr>
        </p:nvSpPr>
        <p:spPr>
          <a:xfrm>
            <a:off x="6884150" y="495319"/>
            <a:ext cx="1889400" cy="109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1" name="Google Shape;201;p31"/>
          <p:cNvSpPr txBox="1"/>
          <p:nvPr>
            <p:ph idx="9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cxnSp>
        <p:nvCxnSpPr>
          <p:cNvPr id="202" name="Google Shape;202;p31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 with footer">
  <p:cSld name="CUSTOM_7"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2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5" name="Google Shape;205;p32"/>
          <p:cNvSpPr txBox="1"/>
          <p:nvPr>
            <p:ph type="title"/>
          </p:nvPr>
        </p:nvSpPr>
        <p:spPr>
          <a:xfrm>
            <a:off x="228600" y="665825"/>
            <a:ext cx="5753400" cy="228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06" name="Google Shape;206;p32"/>
          <p:cNvSpPr/>
          <p:nvPr>
            <p:ph idx="2" type="pic"/>
          </p:nvPr>
        </p:nvSpPr>
        <p:spPr>
          <a:xfrm>
            <a:off x="6777063" y="1017650"/>
            <a:ext cx="1582800" cy="1582800"/>
          </a:xfrm>
          <a:prstGeom prst="rect">
            <a:avLst/>
          </a:prstGeom>
          <a:noFill/>
          <a:ln>
            <a:noFill/>
          </a:ln>
        </p:spPr>
      </p:sp>
      <p:sp>
        <p:nvSpPr>
          <p:cNvPr id="207" name="Google Shape;207;p32"/>
          <p:cNvSpPr txBox="1"/>
          <p:nvPr>
            <p:ph idx="1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cxnSp>
        <p:nvCxnSpPr>
          <p:cNvPr id="208" name="Google Shape;208;p32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2">
  <p:cSld name="CUSTOM_8"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33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1" name="Google Shape;211;p33"/>
          <p:cNvSpPr txBox="1"/>
          <p:nvPr>
            <p:ph type="title"/>
          </p:nvPr>
        </p:nvSpPr>
        <p:spPr>
          <a:xfrm>
            <a:off x="228600" y="1549575"/>
            <a:ext cx="7938000" cy="2286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12" name="Google Shape;212;p33"/>
          <p:cNvSpPr txBox="1"/>
          <p:nvPr>
            <p:ph idx="1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cxnSp>
        <p:nvCxnSpPr>
          <p:cNvPr id="213" name="Google Shape;213;p33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with footer">
  <p:cSld name="CUSTOM_4"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34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16" name="Google Shape;216;p34"/>
          <p:cNvSpPr txBox="1"/>
          <p:nvPr>
            <p:ph type="title"/>
          </p:nvPr>
        </p:nvSpPr>
        <p:spPr>
          <a:xfrm>
            <a:off x="229450" y="332175"/>
            <a:ext cx="8686800" cy="874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/>
        </p:txBody>
      </p:sp>
      <p:sp>
        <p:nvSpPr>
          <p:cNvPr id="217" name="Google Shape;217;p34"/>
          <p:cNvSpPr txBox="1"/>
          <p:nvPr>
            <p:ph idx="1" type="body"/>
          </p:nvPr>
        </p:nvSpPr>
        <p:spPr>
          <a:xfrm>
            <a:off x="229450" y="1294950"/>
            <a:ext cx="3566100" cy="287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8" name="Google Shape;218;p34"/>
          <p:cNvSpPr txBox="1"/>
          <p:nvPr>
            <p:ph idx="2" type="body"/>
          </p:nvPr>
        </p:nvSpPr>
        <p:spPr>
          <a:xfrm>
            <a:off x="4572850" y="1294950"/>
            <a:ext cx="3566100" cy="2872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219" name="Google Shape;219;p34"/>
          <p:cNvSpPr txBox="1"/>
          <p:nvPr>
            <p:ph idx="3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cxnSp>
        <p:nvCxnSpPr>
          <p:cNvPr id="220" name="Google Shape;220;p34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act">
  <p:cSld name="ONE_COLUMN_TEXT_1_1"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35"/>
          <p:cNvSpPr txBox="1"/>
          <p:nvPr>
            <p:ph idx="12" type="sldNum"/>
          </p:nvPr>
        </p:nvSpPr>
        <p:spPr>
          <a:xfrm>
            <a:off x="7426775" y="4679000"/>
            <a:ext cx="1502400" cy="32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lnSpcReduction="1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23" name="Google Shape;223;p35"/>
          <p:cNvSpPr txBox="1"/>
          <p:nvPr>
            <p:ph type="title"/>
          </p:nvPr>
        </p:nvSpPr>
        <p:spPr>
          <a:xfrm>
            <a:off x="228600" y="2089772"/>
            <a:ext cx="3551400" cy="6702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2pPr>
            <a:lvl3pPr lvl="2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3pPr>
            <a:lvl4pPr lvl="3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4pPr>
            <a:lvl5pPr lvl="4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5pPr>
            <a:lvl6pPr lvl="5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6pPr>
            <a:lvl7pPr lvl="6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7pPr>
            <a:lvl8pPr lvl="7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8pPr>
            <a:lvl9pPr lvl="8">
              <a:spcBef>
                <a:spcPts val="0"/>
              </a:spcBef>
              <a:spcAft>
                <a:spcPts val="0"/>
              </a:spcAft>
              <a:buSzPts val="4500"/>
              <a:buNone/>
              <a:defRPr sz="4500"/>
            </a:lvl9pPr>
          </a:lstStyle>
          <a:p/>
        </p:txBody>
      </p:sp>
      <p:sp>
        <p:nvSpPr>
          <p:cNvPr id="224" name="Google Shape;224;p35"/>
          <p:cNvSpPr txBox="1"/>
          <p:nvPr>
            <p:ph idx="1" type="subTitle"/>
          </p:nvPr>
        </p:nvSpPr>
        <p:spPr>
          <a:xfrm>
            <a:off x="6074275" y="1004700"/>
            <a:ext cx="2558700" cy="313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35"/>
          <p:cNvSpPr txBox="1"/>
          <p:nvPr>
            <p:ph idx="2" type="subTitle"/>
          </p:nvPr>
        </p:nvSpPr>
        <p:spPr>
          <a:xfrm>
            <a:off x="4292700" y="1004700"/>
            <a:ext cx="1671000" cy="313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800"/>
              <a:buNone/>
              <a:defRPr b="1"/>
            </a:lvl1pPr>
            <a:lvl2pPr lvl="1" algn="r"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2pPr>
            <a:lvl3pPr lvl="2" algn="r"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3pPr>
            <a:lvl4pPr lvl="3" algn="r"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4pPr>
            <a:lvl5pPr lvl="4" algn="r"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5pPr>
            <a:lvl6pPr lvl="5" algn="r"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6pPr>
            <a:lvl7pPr lvl="6" algn="r"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7pPr>
            <a:lvl8pPr lvl="7" algn="r"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8pPr>
            <a:lvl9pPr lvl="8" algn="r">
              <a:spcBef>
                <a:spcPts val="0"/>
              </a:spcBef>
              <a:spcAft>
                <a:spcPts val="0"/>
              </a:spcAft>
              <a:buSzPts val="1400"/>
              <a:buNone/>
              <a:defRPr b="1"/>
            </a:lvl9pPr>
          </a:lstStyle>
          <a:p/>
        </p:txBody>
      </p:sp>
      <p:sp>
        <p:nvSpPr>
          <p:cNvPr id="226" name="Google Shape;226;p35"/>
          <p:cNvSpPr txBox="1"/>
          <p:nvPr>
            <p:ph idx="3" type="body"/>
          </p:nvPr>
        </p:nvSpPr>
        <p:spPr>
          <a:xfrm>
            <a:off x="228600" y="4679000"/>
            <a:ext cx="4343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cxnSp>
        <p:nvCxnSpPr>
          <p:cNvPr id="227" name="Google Shape;227;p35"/>
          <p:cNvCxnSpPr/>
          <p:nvPr/>
        </p:nvCxnSpPr>
        <p:spPr>
          <a:xfrm flipH="1" rot="10800000">
            <a:off x="225750" y="4678950"/>
            <a:ext cx="8692500" cy="570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35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34" Type="http://schemas.openxmlformats.org/officeDocument/2006/relationships/slideLayout" Target="../slideLayouts/slideLayout34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dark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  <a:defRPr sz="1800">
                <a:solidFill>
                  <a:schemeClr val="lt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●"/>
              <a:defRPr>
                <a:solidFill>
                  <a:schemeClr val="lt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○"/>
              <a:defRPr>
                <a:solidFill>
                  <a:schemeClr val="lt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Char char="■"/>
              <a:defRPr>
                <a:solidFill>
                  <a:schemeClr val="lt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lt2"/>
                </a:solidFill>
              </a:defRPr>
            </a:lvl1pPr>
            <a:lvl2pPr lvl="1" algn="r">
              <a:buNone/>
              <a:defRPr sz="1000">
                <a:solidFill>
                  <a:schemeClr val="lt2"/>
                </a:solidFill>
              </a:defRPr>
            </a:lvl2pPr>
            <a:lvl3pPr lvl="2" algn="r">
              <a:buNone/>
              <a:defRPr sz="1000">
                <a:solidFill>
                  <a:schemeClr val="lt2"/>
                </a:solidFill>
              </a:defRPr>
            </a:lvl3pPr>
            <a:lvl4pPr lvl="3" algn="r">
              <a:buNone/>
              <a:defRPr sz="1000">
                <a:solidFill>
                  <a:schemeClr val="lt2"/>
                </a:solidFill>
              </a:defRPr>
            </a:lvl4pPr>
            <a:lvl5pPr lvl="4" algn="r">
              <a:buNone/>
              <a:defRPr sz="1000">
                <a:solidFill>
                  <a:schemeClr val="lt2"/>
                </a:solidFill>
              </a:defRPr>
            </a:lvl5pPr>
            <a:lvl6pPr lvl="5" algn="r">
              <a:buNone/>
              <a:defRPr sz="1000">
                <a:solidFill>
                  <a:schemeClr val="lt2"/>
                </a:solidFill>
              </a:defRPr>
            </a:lvl6pPr>
            <a:lvl7pPr lvl="6" algn="r">
              <a:buNone/>
              <a:defRPr sz="1000">
                <a:solidFill>
                  <a:schemeClr val="lt2"/>
                </a:solidFill>
              </a:defRPr>
            </a:lvl7pPr>
            <a:lvl8pPr lvl="7" algn="r">
              <a:buNone/>
              <a:defRPr sz="1000">
                <a:solidFill>
                  <a:schemeClr val="lt2"/>
                </a:solidFill>
              </a:defRPr>
            </a:lvl8pPr>
            <a:lvl9pPr lvl="8" algn="r">
              <a:buNone/>
              <a:defRPr sz="1000">
                <a:solidFill>
                  <a:schemeClr val="lt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6"/>
          <p:cNvSpPr txBox="1"/>
          <p:nvPr>
            <p:ph type="title"/>
          </p:nvPr>
        </p:nvSpPr>
        <p:spPr>
          <a:xfrm>
            <a:off x="609125" y="3591600"/>
            <a:ext cx="6232800" cy="946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Pac Man AI</a:t>
            </a:r>
            <a:endParaRPr/>
          </a:p>
        </p:txBody>
      </p:sp>
      <p:sp>
        <p:nvSpPr>
          <p:cNvPr id="233" name="Google Shape;233;p36"/>
          <p:cNvSpPr txBox="1"/>
          <p:nvPr>
            <p:ph idx="1" type="body"/>
          </p:nvPr>
        </p:nvSpPr>
        <p:spPr>
          <a:xfrm>
            <a:off x="6982950" y="3175225"/>
            <a:ext cx="1780200" cy="136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r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SzPts val="275"/>
              <a:buNone/>
            </a:pPr>
            <a:r>
              <a:rPr lang="en" sz="1650"/>
              <a:t>Lana Tamim</a:t>
            </a:r>
            <a:endParaRPr sz="1650"/>
          </a:p>
          <a:p>
            <a:pPr indent="0" lvl="0" marL="0" rtl="0" algn="r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275"/>
              <a:buNone/>
            </a:pPr>
            <a:r>
              <a:rPr lang="en" sz="1650"/>
              <a:t>Avery Munn</a:t>
            </a:r>
            <a:endParaRPr sz="1650"/>
          </a:p>
          <a:p>
            <a:pPr indent="0" lvl="0" marL="0" rtl="0" algn="r">
              <a:lnSpc>
                <a:spcPct val="95000"/>
              </a:lnSpc>
              <a:spcBef>
                <a:spcPts val="1200"/>
              </a:spcBef>
              <a:spcAft>
                <a:spcPts val="1200"/>
              </a:spcAft>
              <a:buSzPts val="275"/>
              <a:buNone/>
            </a:pPr>
            <a:r>
              <a:rPr lang="en" sz="1650"/>
              <a:t>Micheal</a:t>
            </a:r>
            <a:endParaRPr sz="1650"/>
          </a:p>
        </p:txBody>
      </p:sp>
      <p:sp>
        <p:nvSpPr>
          <p:cNvPr id="234" name="Google Shape;234;p36"/>
          <p:cNvSpPr txBox="1"/>
          <p:nvPr>
            <p:ph idx="5" type="body"/>
          </p:nvPr>
        </p:nvSpPr>
        <p:spPr>
          <a:xfrm>
            <a:off x="2400300" y="168075"/>
            <a:ext cx="1889400" cy="324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250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35" name="Google Shape;23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82951" y="878421"/>
            <a:ext cx="1502400" cy="1582204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03275" y="555950"/>
            <a:ext cx="2095500" cy="2095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7"/>
          <p:cNvSpPr txBox="1"/>
          <p:nvPr>
            <p:ph type="title"/>
          </p:nvPr>
        </p:nvSpPr>
        <p:spPr>
          <a:xfrm>
            <a:off x="228600" y="465975"/>
            <a:ext cx="8686800" cy="72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Project Overview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39285"/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/>
          </a:p>
        </p:txBody>
      </p:sp>
      <p:sp>
        <p:nvSpPr>
          <p:cNvPr id="242" name="Google Shape;242;p37"/>
          <p:cNvSpPr txBox="1"/>
          <p:nvPr>
            <p:ph idx="1" type="body"/>
          </p:nvPr>
        </p:nvSpPr>
        <p:spPr>
          <a:xfrm>
            <a:off x="487275" y="1188075"/>
            <a:ext cx="7071900" cy="2601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Pac Man using these Game Agents:</a:t>
            </a:r>
            <a:endParaRPr sz="19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Planning Agent (A*): Gets the shortest and safest path using informed search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RL Agent (Q-Learning): Makes strategic decisions. It learns from experience using rewards and penalties.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Adversarial (Ghosts): Act as non-player agents with random, aggressive, or mixed movement strategies.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8"/>
          <p:cNvSpPr txBox="1"/>
          <p:nvPr>
            <p:ph type="title"/>
          </p:nvPr>
        </p:nvSpPr>
        <p:spPr>
          <a:xfrm>
            <a:off x="229450" y="164350"/>
            <a:ext cx="8686800" cy="88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Tools &amp; Implementation</a:t>
            </a:r>
            <a:endParaRPr/>
          </a:p>
        </p:txBody>
      </p:sp>
      <p:sp>
        <p:nvSpPr>
          <p:cNvPr id="248" name="Google Shape;248;p38"/>
          <p:cNvSpPr txBox="1"/>
          <p:nvPr>
            <p:ph idx="4" type="body"/>
          </p:nvPr>
        </p:nvSpPr>
        <p:spPr>
          <a:xfrm>
            <a:off x="467575" y="1531950"/>
            <a:ext cx="5342700" cy="2079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Python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NumPy</a:t>
            </a:r>
            <a:endParaRPr sz="20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Q-tables</a:t>
            </a:r>
            <a:endParaRPr sz="16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GitHub </a:t>
            </a:r>
            <a:endParaRPr sz="20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49" name="Google Shape;249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64775" y="461375"/>
            <a:ext cx="2279750" cy="2279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0" name="Google Shape;250;p3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44525" y="2450175"/>
            <a:ext cx="1711252" cy="171125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9"/>
          <p:cNvSpPr txBox="1"/>
          <p:nvPr>
            <p:ph type="title"/>
          </p:nvPr>
        </p:nvSpPr>
        <p:spPr>
          <a:xfrm>
            <a:off x="381450" y="465975"/>
            <a:ext cx="8534100" cy="722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Process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ct val="39285"/>
              <a:buNone/>
            </a:pPr>
            <a:r>
              <a:t/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/>
          </a:p>
        </p:txBody>
      </p:sp>
      <p:sp>
        <p:nvSpPr>
          <p:cNvPr id="256" name="Google Shape;256;p39"/>
          <p:cNvSpPr txBox="1"/>
          <p:nvPr>
            <p:ph idx="1" type="body"/>
          </p:nvPr>
        </p:nvSpPr>
        <p:spPr>
          <a:xfrm>
            <a:off x="381450" y="1188075"/>
            <a:ext cx="7071900" cy="3151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900"/>
              <a:t>High-Level Decisions, the RL agent chooses between two high-level strategies: </a:t>
            </a:r>
            <a:endParaRPr sz="19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900"/>
              <a:t>0 — Chase rewards: Move toward the nearest dot </a:t>
            </a:r>
            <a:endParaRPr sz="19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900"/>
              <a:t>1 — Avoid threats: Move toward the safest tile </a:t>
            </a:r>
            <a:endParaRPr sz="19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1900"/>
              <a:t>Low-Level Movement (A*) After selecting a high-level strategy: The agent uses A* to compute the optimal next move. A* ensures smooth movement.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40"/>
          <p:cNvSpPr txBox="1"/>
          <p:nvPr>
            <p:ph type="title"/>
          </p:nvPr>
        </p:nvSpPr>
        <p:spPr>
          <a:xfrm>
            <a:off x="229450" y="164350"/>
            <a:ext cx="8686800" cy="88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Q-Learning</a:t>
            </a:r>
            <a:endParaRPr/>
          </a:p>
        </p:txBody>
      </p:sp>
      <p:sp>
        <p:nvSpPr>
          <p:cNvPr id="262" name="Google Shape;262;p40"/>
          <p:cNvSpPr txBox="1"/>
          <p:nvPr>
            <p:ph idx="4" type="body"/>
          </p:nvPr>
        </p:nvSpPr>
        <p:spPr>
          <a:xfrm>
            <a:off x="229450" y="1038750"/>
            <a:ext cx="4448400" cy="3066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Learns from rewards and penalties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States: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Pac-Man location (quadrant)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Ghost proximity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Actions: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Chase reward (food/power pellets)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Avoid danger (ghosts)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pic>
        <p:nvPicPr>
          <p:cNvPr id="263" name="Google Shape;263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905375" y="1727775"/>
            <a:ext cx="4010025" cy="1546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41"/>
          <p:cNvSpPr txBox="1"/>
          <p:nvPr>
            <p:ph type="title"/>
          </p:nvPr>
        </p:nvSpPr>
        <p:spPr>
          <a:xfrm>
            <a:off x="229450" y="164350"/>
            <a:ext cx="8686800" cy="88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A* </a:t>
            </a:r>
            <a:endParaRPr/>
          </a:p>
        </p:txBody>
      </p:sp>
      <p:sp>
        <p:nvSpPr>
          <p:cNvPr id="269" name="Google Shape;269;p41"/>
          <p:cNvSpPr txBox="1"/>
          <p:nvPr>
            <p:ph idx="4" type="body"/>
          </p:nvPr>
        </p:nvSpPr>
        <p:spPr>
          <a:xfrm>
            <a:off x="228600" y="1047850"/>
            <a:ext cx="6629400" cy="2904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When Q-learning selects chase or avoid, A* calculates safest or shortest path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Used for: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       Navigating toward nearby pellets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Escaping ghosts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2"/>
          <p:cNvSpPr txBox="1"/>
          <p:nvPr>
            <p:ph type="title"/>
          </p:nvPr>
        </p:nvSpPr>
        <p:spPr>
          <a:xfrm>
            <a:off x="229450" y="164350"/>
            <a:ext cx="8686800" cy="88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Experiment 1</a:t>
            </a:r>
            <a:endParaRPr/>
          </a:p>
        </p:txBody>
      </p:sp>
      <p:sp>
        <p:nvSpPr>
          <p:cNvPr id="275" name="Google Shape;275;p42"/>
          <p:cNvSpPr txBox="1"/>
          <p:nvPr>
            <p:ph idx="4" type="body"/>
          </p:nvPr>
        </p:nvSpPr>
        <p:spPr>
          <a:xfrm>
            <a:off x="229450" y="968375"/>
            <a:ext cx="8686800" cy="3048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40000"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300"/>
              <a:t>RL-only vs RL+A*</a:t>
            </a:r>
            <a:endParaRPr sz="4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4300"/>
              <a:t>Metric	                     RL-Only            	RL+A*</a:t>
            </a:r>
            <a:endParaRPr b="1" sz="4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300"/>
              <a:t>Avg Reward                    730	                 1250</a:t>
            </a:r>
            <a:endParaRPr sz="4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300"/>
              <a:t>Avg Survival Steps	    52	                  143</a:t>
            </a:r>
            <a:endParaRPr sz="4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300"/>
              <a:t>Avg Pellets Eaten	            48	                   88</a:t>
            </a:r>
            <a:endParaRPr sz="4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3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300"/>
              <a:t>Conclusion: A* improves both reward and survival</a:t>
            </a:r>
            <a:endParaRPr sz="4300"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43"/>
          <p:cNvSpPr txBox="1"/>
          <p:nvPr>
            <p:ph type="title"/>
          </p:nvPr>
        </p:nvSpPr>
        <p:spPr>
          <a:xfrm>
            <a:off x="229450" y="164350"/>
            <a:ext cx="8686800" cy="88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Experiment 2</a:t>
            </a:r>
            <a:endParaRPr/>
          </a:p>
        </p:txBody>
      </p:sp>
      <p:sp>
        <p:nvSpPr>
          <p:cNvPr id="281" name="Google Shape;281;p43"/>
          <p:cNvSpPr txBox="1"/>
          <p:nvPr>
            <p:ph idx="4" type="body"/>
          </p:nvPr>
        </p:nvSpPr>
        <p:spPr>
          <a:xfrm>
            <a:off x="229450" y="968375"/>
            <a:ext cx="4194300" cy="3913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Epsilon Schedule Experiment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Compare exploration: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Constant ε = 0.1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Decaying ε = 1.0 → 0.05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43"/>
          <p:cNvSpPr txBox="1"/>
          <p:nvPr/>
        </p:nvSpPr>
        <p:spPr>
          <a:xfrm>
            <a:off x="3603550" y="2148450"/>
            <a:ext cx="5312700" cy="218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Char char="●"/>
            </a:pPr>
            <a:r>
              <a:rPr lang="en" sz="1800">
                <a:solidFill>
                  <a:schemeClr val="lt2"/>
                </a:solidFill>
              </a:rPr>
              <a:t>Results:</a:t>
            </a:r>
            <a:endParaRPr sz="1800">
              <a:solidFill>
                <a:schemeClr val="lt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</a:rPr>
              <a:t>       Decaying ε showed faster convergence</a:t>
            </a:r>
            <a:endParaRPr sz="1800">
              <a:solidFill>
                <a:schemeClr val="lt2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lt2"/>
                </a:solidFill>
              </a:rPr>
              <a:t>       Balanced exploration/exploitation effectively</a:t>
            </a:r>
            <a:endParaRPr sz="1800">
              <a:solidFill>
                <a:schemeClr val="lt2"/>
              </a:solidFill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44"/>
          <p:cNvSpPr txBox="1"/>
          <p:nvPr>
            <p:ph type="title"/>
          </p:nvPr>
        </p:nvSpPr>
        <p:spPr>
          <a:xfrm>
            <a:off x="229450" y="164350"/>
            <a:ext cx="8686800" cy="88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Experiment 3</a:t>
            </a:r>
            <a:endParaRPr/>
          </a:p>
        </p:txBody>
      </p:sp>
      <p:sp>
        <p:nvSpPr>
          <p:cNvPr id="288" name="Google Shape;288;p44"/>
          <p:cNvSpPr txBox="1"/>
          <p:nvPr>
            <p:ph idx="4" type="body"/>
          </p:nvPr>
        </p:nvSpPr>
        <p:spPr>
          <a:xfrm>
            <a:off x="229450" y="968375"/>
            <a:ext cx="6756300" cy="3365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Difficulty</a:t>
            </a:r>
            <a:r>
              <a:rPr lang="en"/>
              <a:t> Experiment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Behavior</a:t>
            </a:r>
            <a:r>
              <a:rPr b="1" lang="en"/>
              <a:t>	               Reward                    Result</a:t>
            </a:r>
            <a:endParaRPr b="1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Random	             Best Performance	      Easy to avoid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Chase	                    Medium	            More deaths early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Mixed	                    Hardest      	Dynamic &amp; unpredictable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228600" y="450000"/>
            <a:ext cx="8686800" cy="883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Takeaways</a:t>
            </a:r>
            <a:endParaRPr/>
          </a:p>
        </p:txBody>
      </p:sp>
      <p:sp>
        <p:nvSpPr>
          <p:cNvPr id="294" name="Google Shape;294;p45"/>
          <p:cNvSpPr txBox="1"/>
          <p:nvPr>
            <p:ph idx="4" type="body"/>
          </p:nvPr>
        </p:nvSpPr>
        <p:spPr>
          <a:xfrm>
            <a:off x="229450" y="1333500"/>
            <a:ext cx="6756300" cy="31749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 fontScale="92500" lnSpcReduction="20000"/>
          </a:bodyPr>
          <a:lstStyle/>
          <a:p>
            <a:pPr indent="-38179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2608"/>
              <a:t>Hybrid RL + A* improved learning efficiency</a:t>
            </a:r>
            <a:endParaRPr sz="2608"/>
          </a:p>
          <a:p>
            <a:pPr indent="-38179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2608"/>
              <a:t>Reward shaping guided desired behaviors</a:t>
            </a:r>
            <a:endParaRPr sz="2608"/>
          </a:p>
          <a:p>
            <a:pPr indent="-38179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2608"/>
              <a:t>ε produced best long-term strategy</a:t>
            </a:r>
            <a:endParaRPr sz="2608"/>
          </a:p>
          <a:p>
            <a:pPr indent="-381793" lvl="0" marL="457200" rtl="0" algn="l">
              <a:spcBef>
                <a:spcPts val="0"/>
              </a:spcBef>
              <a:spcAft>
                <a:spcPts val="0"/>
              </a:spcAft>
              <a:buSzPct val="100000"/>
              <a:buChar char="●"/>
            </a:pPr>
            <a:r>
              <a:rPr lang="en" sz="2608"/>
              <a:t>Ghost difficulty significantly affects learning</a:t>
            </a:r>
            <a:endParaRPr sz="2608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46"/>
          <p:cNvSpPr txBox="1"/>
          <p:nvPr>
            <p:ph type="title"/>
          </p:nvPr>
        </p:nvSpPr>
        <p:spPr>
          <a:xfrm>
            <a:off x="1455600" y="2098650"/>
            <a:ext cx="6232800" cy="946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Game Demo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7"/>
          <p:cNvSpPr txBox="1"/>
          <p:nvPr>
            <p:ph type="title"/>
          </p:nvPr>
        </p:nvSpPr>
        <p:spPr>
          <a:xfrm>
            <a:off x="1295650" y="3360700"/>
            <a:ext cx="6232800" cy="9462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pic>
        <p:nvPicPr>
          <p:cNvPr id="305" name="Google Shape;305;p4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462313" y="904875"/>
            <a:ext cx="1899475" cy="189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Dark">
  <a:themeElements>
    <a:clrScheme name="Simple Dark">
      <a:dk1>
        <a:srgbClr val="FFFFFF"/>
      </a:dk1>
      <a:lt1>
        <a:srgbClr val="212121"/>
      </a:lt1>
      <a:dk2>
        <a:srgbClr val="303030"/>
      </a:dk2>
      <a:lt2>
        <a:srgbClr val="ADADAD"/>
      </a:lt2>
      <a:accent1>
        <a:srgbClr val="009688"/>
      </a:accent1>
      <a:accent2>
        <a:srgbClr val="EEEEEE"/>
      </a:accent2>
      <a:accent3>
        <a:srgbClr val="78909C"/>
      </a:accent3>
      <a:accent4>
        <a:srgbClr val="FFAB40"/>
      </a:accent4>
      <a:accent5>
        <a:srgbClr val="4DD0E1"/>
      </a:accent5>
      <a:accent6>
        <a:srgbClr val="EEFF41"/>
      </a:accent6>
      <a:hlink>
        <a:srgbClr val="4DD0E1"/>
      </a:hlink>
      <a:folHlink>
        <a:srgbClr val="4DD0E1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